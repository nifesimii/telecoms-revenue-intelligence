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you through the codebase from zero — you don't need any MTN or telecom background to follow it. First two content slides give you the business context, then we go into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MTN doesn't sell FBB devices directly to end customers at scale — a network of trade partners (dealers, distributors, franchises) does that on MTN's behalf. The next slide shows how the money and data flow through that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IFS = Infor Financial Services, the ERP that records invoices from MTN to dealers. USP = the rate card table (usp_dimension) that says how much commission each product earns. ORSC = ongoing subscription revenue credited to the dealer. These acronyms appear throughout the codebase — surface them here so they're not new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questions map directly to the four agent tools defined in CLAUDE.md. The last question — the step-by-step proof — is the audit-trail machinery that differentiates this platform from a straight reporting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seam is one Postgres view: normalized.partner_settlements. When FBB is set to PAYMENT_SOURCE=apdp it reads that view instead of the simulated CSV. Everything else about FBB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was picked over Django because this is a thin API over a data/agent layer — no need for an ORM or admin. Vite over CRA/webpack for dev startup speed. The frontend deliberately skips TypeScript and any state-management library at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rule from CLAUDE.md: all SQL lives in backend/db/queries.py. Nowhere else. This is what makes the agent tools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modules coexist by design. A dealer can appear in multiple with different verdicts. zero_commission and payment_reconciliation answer overlapping but distinct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internalise only three things from this deck: (1) all data goes through execute_query, (2) audit modules self-register, (3) the KB is tiered so prompts stay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MAX_TOOL_ITERATIONS = 5 in agent.py protects against pathological runaway. Every response carries the list of tools Claude called.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trail is a structured, persisted object — not a text blob. Queryable for evaluation, inspectable for audit. Re-running a period atomically replaces that period's trails.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is the authoritative rulebook. If you want to break one of these rules, read its "why" first — usually the pain has already been debugged.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runs fully without Docker or Presto — only the Audit Trails tab and PAYMENT_SOURCE=apdp need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docs/AUDIT_INVENTORY_MISMATCH_DESIGN.md is the reference design that mirrors exactly how the second module was shipped. Use it as your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before deleting. If you find something unfamiliar, assume it's deliberate until proven otherwise. ARCHITECTURE.md § 7 keeps the full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PROGRESS.md at the repo root is the canonical rolling status — always fresher than this deck. Read it at the start of every work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opinionated — it sets the framing new team members should use when talking about the platform externally. "Revenue assurance" opens doors that "AI accounting"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after your first PR, add a session note to PROGRESS.md. That's the tempo — small shipped work, honest notes, next session picks up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63040"/>
            <a:ext cx="137160" cy="1280160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ONBOARDING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FBB Trade Partner</a:t>
            </a:r>
            <a:endParaRPr lang="en-US" sz="5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657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finance-intelligence platform for MTN Nigeria's Fixed Broadband commissions — start here to understand the business, the code, and how to make your first contribution.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 · Enterprise Business · Data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for new team members — no prior MTN or telecom knowledge assumed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1403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github.com/nifesimii/telecoms-revenue-intelligence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WHERE WE SIT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— what is MTN, and what is FBB?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knowledge assumed. Skim this once — the rest of the deck builds on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4028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largest mobile network operator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50292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~290M subscribers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16 African markets. Headquartered in South Africa.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Nigeria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largest subsidiary — around 85M subscribers, one of the country's biggest listed companies.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Business (EB)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MTN Nigeria's B2B arm — connectivity, data centres, and cloud for businesses. Our team sits here.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96596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24028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3317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FBB — Fixed Broadband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MTN's home + office internet product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4800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devices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(4G/5G routers, MiFi hotspots, indoor CPEs — brands like ZTE, Hynex) sold to end customers.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revenue streams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cares about: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Activation commission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dealer earns per device sold + activated by a customer.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ORSC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Revenue Sharing / Continuity) — ongoing subscription revenue credited to the dealer for as long as the customer stays.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THE ECOSYSTEM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trade partners fit 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streams; one platform to reconcile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MTN Nigeria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manufactures / sources devices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2377440"/>
            <a:ext cx="274320" cy="228600"/>
          </a:xfrm>
          <a:prstGeom prst="rightArrow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01168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Partner (Dealer)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devices, sells to 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77440"/>
            <a:ext cx="274320" cy="228600"/>
          </a:xfrm>
          <a:prstGeom prst="rightArrow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Customer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device, pays subscription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via IFS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88620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8DB"/>
          </a:solidFill>
          <a:ln w="9525">
            <a:solidFill>
              <a:srgbClr val="FFCB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ifs_invoice_history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4340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activation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active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388620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8DB"/>
          </a:solidFill>
          <a:ln w="9525">
            <a:solidFill>
              <a:srgbClr val="FFCB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fbb_comm_dev_act  +  fbb_comm_orsc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83880" y="3200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paid 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ORSC credited back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388620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FFF8DB"/>
          </a:solidFill>
          <a:ln w="9525">
            <a:solidFill>
              <a:srgbClr val="FFCB0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payment_simulation  →  APDP settlements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89204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07492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— and what the platform does about it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7240" y="54864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data streams.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invoiced (IFS), activations recorded (dev_act), payments to dealers (payment ledger). Each system's data can lag, drift, or be incomplete.
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disputes.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dealer thinks they're owed more; MTN's calculation shows less; who's right? Today: hours of manual reconciliation. This platform: a persisted, step-by-step verification chain per claim.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finance-intelligence platform that explains, validates, and audits FBB trade-partner commissions.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four questions with evidence — not intuition — so commission disputes are resolved fast and defensibly.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4937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53035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monthly summaries + dealer payouts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Assurance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anomaly investigation
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Operations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partner performance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40" dirty="0"/>
          </a:p>
        </p:txBody>
      </p:sp>
      <p:sp>
        <p:nvSpPr>
          <p:cNvPr id="12" name="Text 10"/>
          <p:cNvSpPr/>
          <p:nvPr/>
        </p:nvSpPr>
        <p:spPr>
          <a:xfrm>
            <a:off x="7223760" y="1783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owe each partner this month?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40" dirty="0"/>
          </a:p>
        </p:txBody>
      </p:sp>
      <p:sp>
        <p:nvSpPr>
          <p:cNvPr id="15" name="Text 13"/>
          <p:cNvSpPr/>
          <p:nvPr/>
        </p:nvSpPr>
        <p:spPr>
          <a:xfrm>
            <a:off x="722376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their commission change vs last month?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40" dirty="0"/>
          </a:p>
        </p:txBody>
      </p:sp>
      <p:sp>
        <p:nvSpPr>
          <p:cNvPr id="18" name="Text 16"/>
          <p:cNvSpPr/>
          <p:nvPr/>
        </p:nvSpPr>
        <p:spPr>
          <a:xfrm>
            <a:off x="7223760" y="3886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dealers earned zero commission — and why?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50292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40" dirty="0"/>
          </a:p>
        </p:txBody>
      </p:sp>
      <p:sp>
        <p:nvSpPr>
          <p:cNvPr id="21" name="Text 19"/>
          <p:cNvSpPr/>
          <p:nvPr/>
        </p:nvSpPr>
        <p:spPr>
          <a:xfrm>
            <a:off x="7223760" y="4937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 step-by-step that a partner was paid the right amount?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stacked layers, one seam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FBB app runs primarily on sample CSVs today; APDP is the path to live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FBB Revenue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  +  frontend/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intelligence tabs · client-side search + CSV export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867912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13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Anthropic SDK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197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· Claude agent w/ bounded tool-use loop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626864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72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SAMPLE_DATA mode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today · Presto path scaffolded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5385816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31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audit Postgres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audit.verification_trail — persisted 6-step chains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APDP — African Payment Data Platform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apdp/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310896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154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(KRaft)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3438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normalized event backbone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867912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9136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PyFlink 1.18 normaliser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197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logic → canonical schema v1.3.0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4626864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672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15 + Redis FX cache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4956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normalized.transactions + FX enrichment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5385816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FCB05"/>
          </a:solidFill>
          <a:ln w="9525">
            <a:solidFill>
              <a:srgbClr val="FFCB0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5431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partner_settlements view  ↔  FBB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seam — FBB reads it when PAYMENT_SOURCE=apdp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for the fit, not the fashion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 3.12)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API over data/agent layer — no ORM needed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claude-sonnet-4-5 with tool use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layer today (sample-mode)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psycopg2-binary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Postgres + APDP reader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schemas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(~208 passing)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(JavaScript)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fast dev startup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styling · no component lib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in src/api/client.js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react-markdown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agent replies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TypeScript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(deliberate — small SPA)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 library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 + hooks)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691640"/>
            <a:ext cx="3703320" cy="4663440"/>
          </a:xfrm>
          <a:prstGeom prst="roundRect">
            <a:avLst>
              <a:gd name="adj" fmla="val 1975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2024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APDP (Python + infra)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461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(KRaft)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backbone · no Zookeeper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PyFlink 1.18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 (logic pure-Python)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15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event store + views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FX-rate cache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scaffold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apdp/docker-compose.yml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LAYOUT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 first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telecoms-revenue-intelligence/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ARCHITECTURE.md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onboarding — read this first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rules · authoritative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PROGRESS.md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"what's next"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render.yaml + Dockerfile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 preview deploy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 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FBB Python API + agent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api/ 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layer (routes + schemas)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db/  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SQL lives here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agent/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loop + tool executor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assurance/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flaggers (4 modules)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audit/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provers (4 modules)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knowledge_base/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 injected into prompts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tests/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~208 pytest tests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SPA (Vite + Tailwind)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apdp/    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payment-data pipeline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data/samples/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fixtures for sample mode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infra/postgres/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audit_init.sql + backup.sh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                    </a:t>
            </a:r>
            <a:pPr indent="0" marL="0">
              <a:buNone/>
            </a:pPr>
            <a:r>
              <a:rPr lang="en-US" sz="1100" i="1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DEPLOY.md, GM_DEMO.md, designs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16916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these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28600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51460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onboarding — start-to-finish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 design rules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backend/config.py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 vars in one place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backend/db/queries.py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SQL string — the choke point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backend/audit/base.py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AuditModule registry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frontend/src/App.jsx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shell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frontend/src/api/client.js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backend call — best map of what the frontend can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IP · AUDIT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 · one generic machinery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one file + one register(...) call. Persistence, endpoints and UI are shared and generic.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zero_commission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Partner X paid for their zero-commission records for period Y?"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CONCLUSIONS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 · NOT_PAID · INSUFFICIENT_DATA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SAMPLE SIGNAL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487 trails on 202602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103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inventory_mismatch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dealer activations exceed invoiced purchases in a way that isn't explained by carryover or SKU consolidation?"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337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CONCLUSIONS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RECONCILED · EXCESS_ACTIVATION · INSUFFICIENT_DATA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3657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SAMPLE SIGNAL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4,018 trails · 12 real EXCESS_ACTIVATION/HIGH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389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payment_reconciliation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9834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"Was Partner X paid the correct amount for period Y?" (every partner, not just zero-commission)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623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CONCLUSIONS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PAID_IN_FULL · DISPUTED_ROUNDING · UNDERPAID · OVERPAID · INSUFFICIENT_DATA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5943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SAMPLE SIGNAL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939 trails · UNDERPAID dominates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420624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389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8660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eligibility_window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9834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 zero-commission records genuinely outside the 6-month invoice → activation window?"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6235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CONCLUSIONS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POLICY_MET · POLICY_VIOLATED · MIXED_ATTRIBUTION · INSUFFICIENT_DATA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5943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470"/>
                </a:solidFill>
              </a:rPr>
              <a:t>SAMPLE SIGNAL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487 trails · MIXED_ATTRIBUTION 465, all HIGH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ABSTRACTIONS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that hold the codebase together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execute_query(name, params)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backend/db/connection.py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3246120" cy="18288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0332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choke point for every data access. A query has a name, a SQL string, and a pandas handler. QUERY_NAMES is the allow-list — the tool executor refuses any tool not on it. Lets the agent call tools safely and lets the whole app run with no database.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05740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AuditModule + registry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backend/audit/base.py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3246120" cy="18288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70332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audit domain is one new *_audit.py file + a register(...) call. No changes to storage, endpoints, or UI. The generic verification_trail table carries every module's trails; the frontend dropdown auto-populates.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83880" y="178308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05740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2468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Tiered knowledge base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backend/knowledge_base/ + agent/prompts.py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12480" y="3566160"/>
            <a:ext cx="3246120" cy="18288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70332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KB (fbb_commission_kb.md) is injected into every system prompt. Bulkier addenda are pulled in only when needed via the get_kb_section tool. Keeps prompts small while keeping detail reachable.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CHAT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 question — end to end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dealer 74050 earn zero commission?"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965960"/>
            <a:ext cx="2743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57316" y="2135777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7316" y="21357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" y="1952897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" y="199861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(ChatInterface)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0956" y="2272937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  →  api/client.js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57316" y="2749731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7316" y="27497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60236" y="2566851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3116" y="2612571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 agent.run_agent()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43116" y="2886891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= KB injected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57316" y="3363686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57316" y="3363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" y="3180806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" y="322652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decides to call a tool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956" y="350084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get_zero_commission_records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57316" y="3977640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7316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60236" y="37947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3116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tool_executor.py routes the call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43116" y="41148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db/connection.execute_query()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57316" y="4591594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7316" y="45915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" y="4408714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" y="445443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db/queries.py SAMPLE_HANDLERS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0956" y="472875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over data/samples/*.csv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57316" y="5205549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57316" y="52055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60236" y="5022669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3116" y="5068389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composes the English answer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43116" y="5342709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in the tiered KB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57316" y="5819503"/>
            <a:ext cx="274320" cy="274320"/>
          </a:xfrm>
          <a:prstGeom prst="ellipse">
            <a:avLst/>
          </a:prstGeom>
          <a:solidFill>
            <a:srgbClr val="FFCB0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57316" y="58195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8076" y="5636623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" y="5682343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back to browser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0956" y="5956663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rendered · tools_called cited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· AUDIT TRAIL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audit trail — the 6-step chain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"Partner X wasn't paid" claim is backed by a persisted, inspectable chain. Not a text explanation.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818132" cy="91440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2237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6772" y="2148840"/>
            <a:ext cx="1818132" cy="914400"/>
          </a:xfrm>
          <a:prstGeom prst="rightArrow">
            <a:avLst/>
          </a:prstGeom>
          <a:solidFill>
            <a:srgbClr val="32407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212" y="2240280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8212" y="2468880"/>
            <a:ext cx="12237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0624" y="2148840"/>
            <a:ext cx="1818132" cy="91440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2064" y="2240280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22064" y="2468880"/>
            <a:ext cx="12237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76" y="2148840"/>
            <a:ext cx="1818132" cy="914400"/>
          </a:xfrm>
          <a:prstGeom prst="rightArrow">
            <a:avLst/>
          </a:prstGeom>
          <a:solidFill>
            <a:srgbClr val="32407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5916" y="2240280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5916" y="2468880"/>
            <a:ext cx="12237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search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8328" y="2148840"/>
            <a:ext cx="1818132" cy="914400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9768" y="2240280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9768" y="2468880"/>
            <a:ext cx="12237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22180" y="2148840"/>
            <a:ext cx="1818132" cy="914400"/>
          </a:xfrm>
          <a:prstGeom prst="rightArrow">
            <a:avLst/>
          </a:prstGeom>
          <a:solidFill>
            <a:srgbClr val="32407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13620" y="2240280"/>
            <a:ext cx="122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13620" y="2468880"/>
            <a:ext cx="12237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383280"/>
            <a:ext cx="11183112" cy="822960"/>
          </a:xfrm>
          <a:prstGeom prst="roundRect">
            <a:avLst>
              <a:gd name="adj" fmla="val 6667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47472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Verdict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 ∈ {PAID, NOT_PAID, INSUFFICIENT_DATA, …}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∈ {HIGH, MEDIUM, LOW} — driven by caveat count across steps 1-6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4526280"/>
            <a:ext cx="2658618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09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16636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*_audit.run_period(mon_period, source)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44418" y="4526280"/>
            <a:ext cx="2658618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81578" y="4709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replace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81578" y="516636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audit_store.replace_period_trails()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5916" y="4526280"/>
            <a:ext cx="2658618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3076" y="4709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write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23076" y="516636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audit.verification_trail · UNIQUE(partner, period, run)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27414" y="4526280"/>
            <a:ext cx="2658618" cy="155448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64574" y="470916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64574" y="5166360"/>
            <a:ext cx="2384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/assurance/audit/trails  →  Audit Trails tab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from CLAUDE.md — don't fight these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in backend/db/queries.py — nowhere else.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Routes, agent and audit modules ask for named queries via execute_query. No inline SQL, ever.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env vars read via backend/config.py.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place to look, one place to change. Never call os.getenv elsewhere.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94436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only. Parameterized queries only.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 INSERT/UPDATE/DELETE. No string interpolation into SQL. Always filter by mon_period.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54787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9300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names, tool names, and step names are stable string keys.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They are persisted (in the audit table's module column) and allow-listed. Renames are migrations, not refactors.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9651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04164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 is authoritative — do not hardcode business rules.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prompts.py injects fbb_commission_kb.md whole into every system prompt. Add rules to the KB, not to Python.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64515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45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59028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knows nothing about SQL. tool_executor.py knows nothing about Claude's API.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layering is deliberate. Cross the boundaries only through the defined interfaces.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19379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193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513892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API access is centralised in src/api/client.js.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Add new endpoints there, not inline in components. It's the best map of what the frontend can do.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742432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742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5687568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NGN, formatted "NGN X,XXX,XXX.XX". Periods are YYYYMM strings.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Helpers live in frontend/src/lib/format.js. Use them.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locally in 5 commands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mode — no Presto, no MTN systems, no credentials required.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1183112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56816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Prereqs 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  ·  Node 20/22+  ·  Docker (only for the audit DB)  ·  ANTHROPIC_API_KEY in .env (only for chat)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633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2560320"/>
            <a:ext cx="9491472" cy="502920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2606040"/>
            <a:ext cx="921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   # fill ANTHROPIC_API_KEY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2278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154680"/>
            <a:ext cx="9491472" cy="502920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200400"/>
            <a:ext cx="921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 &amp;&amp; .venv/bin/pip install -r backend/requirements.txt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221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3749040"/>
            <a:ext cx="9491472" cy="502920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3794760"/>
            <a:ext cx="921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          # Postgres on :5544 + backup sidecar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4165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4165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4343400"/>
            <a:ext cx="9491472" cy="502920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1720" y="4389120"/>
            <a:ext cx="921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FBB_AUDIT_PG_HOST=localhost FBB_AUDIT_PG_PORT=5544 USE_SAMPLE_DATA=true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.venv/bin/python -m uvicorn backend.main:app --host 127.0.0.1 --port 8000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0109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010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5010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94560" y="4937760"/>
            <a:ext cx="9491472" cy="502920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4983480"/>
            <a:ext cx="921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 &amp;&amp; npm install &amp;&amp; npm run dev     # → http://localhost:5173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6052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56052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5532120"/>
            <a:ext cx="9491472" cy="502920"/>
          </a:xfrm>
          <a:prstGeom prst="roundRect">
            <a:avLst>
              <a:gd name="adj" fmla="val 9091"/>
            </a:avLst>
          </a:prstGeom>
          <a:solidFill>
            <a:srgbClr val="F3F5F8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5577840"/>
            <a:ext cx="9217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-m pytest backend/tests -q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CONTRIBUTION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new audit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file, one import line, one KB section. Zero changes to storage, endpoints, or UI.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module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backend/audit/&lt;new_name&gt;_audit.py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dataclass Inputs, a pure build_trail(inputs) that returns a VerificationTrail, a gather_inputs() that fetches from the query layer, and a run_period() orchestrator. Copy the shape from any of the four existing modules.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6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it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backend/audit/base.py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inside _ensure_loaded():   from backend.audit import &lt;new_name&gt;_audit. The register() call at the module's bottom takes care of the rest.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vocabulary (if needed)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backend/audit/trail.py  +  frontend/src/components/audit/AuditTrailPanel.jsx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module needs new conclusion names, add them to CONCLUSIONS in trail.py and to the CONCLUSION_TONE map in the frontend. Keep the palette: green = clean, red = issue, amber = review, gray = data gap.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60" dirty="0"/>
          </a:p>
        </p:txBody>
      </p:sp>
      <p:sp>
        <p:nvSpPr>
          <p:cNvPr id="22" name="Text 20"/>
          <p:cNvSpPr/>
          <p:nvPr/>
        </p:nvSpPr>
        <p:spPr>
          <a:xfrm>
            <a:off x="1280160" y="4434840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outcomes in the KB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backend/knowledge_base/fbb_commission_kb.md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75488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subsection to Section 12 explaining what each new conclusion means. The chat agent will start citing your module from its next reply.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60" dirty="0"/>
          </a:p>
        </p:txBody>
      </p:sp>
      <p:sp>
        <p:nvSpPr>
          <p:cNvPr id="26" name="Text 24"/>
          <p:cNvSpPr/>
          <p:nvPr/>
        </p:nvSpPr>
        <p:spPr>
          <a:xfrm>
            <a:off x="1280160" y="5257800"/>
            <a:ext cx="10405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pPr indent="0" marL="0">
              <a:buNone/>
            </a:pPr>
            <a:r>
              <a:rPr lang="en-US" sz="1100" dirty="0">
                <a:solidFill>
                  <a:srgbClr val="5C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backend/tests/test_&lt;new_name&gt;_audit.py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577840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three-layer test file already used by every audit module: pure builder cases per verdict, gather_inputs against sample data, run_period end-to-end, plus a registry-coexistence check.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ROUGH EDGES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deliberately not done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before "fixing" them — the constraints are usually the reason.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500116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30552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Presto is not wired.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db/connection.py::_run_presto raises NotImplementedError. USE_SAMPLE_DATA=true is the permanent mode until a Presto service account lands. SQL strings in queries.py exist for that future path.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5916" y="1874520"/>
            <a:ext cx="5500116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4516" y="2130552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4516" y="22402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data is simulated by default.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4516" y="26060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payment_simulation.csv is generated from real commission/exception data. PAYMENT_SOURCE=apdp switches to live APDP data, but the APDP stack has to be running.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5500116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30752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confidence reads LOW on sample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zero_commission trails all come back LOW because sample USP codes don't overlap activation codes (step 2) and sample payments are adjacent-period partials (step 5). The system is being honest, not broken.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85916" y="3474720"/>
            <a:ext cx="5500116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4516" y="3730752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4516" y="38404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on the API.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4516" y="42062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caller can hit any endpoint. Fine for pilot; a real deployment needs authn/authz. The GM preview is gated by HTTP Basic Auth at the FastAPI layer — not a real user system.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74920"/>
            <a:ext cx="5500116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4406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known-flaky live-LLM test.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58064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test_kb_inventory_rules_grounded is probabilistic — the model occasionally emits "fraud" in a KB-forbidden negation. Tightened but not eliminated.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85916" y="5074920"/>
            <a:ext cx="5500116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4516" y="5330952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4516" y="5440680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docker-compose files.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4516" y="58064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docker-compose.yml is ONLY the FBB audit Postgres. APDP's full stack is apdp/docker-compose.yml. They are independent — one does not bring up the other.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· SHORT-TERM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 — next 3 months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mostly one-PR-away items. Pick from here for early contributions.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574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201168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preview → Finance feedback 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304288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is in the hands of a senior manager for review, then reaches the GM. Iterate on vocabulary (e.g. "UNDERPAID" vs "SHORTFALL"), UX polish, and any audit-conclusion labels Finance wants renamed.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26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88036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dealer-account data via Mono consent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172968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APDP dealer-connector layer is built and sandbox-proven; the abstraction is model-agnostic. Wire the production Mono consent-capture flow once finance/MTN approves the access model. Load the real dealer roster into dealer_connections.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94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74904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off sample data → live Presto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4041648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db/connection.py::_run_presto is a NotImplementedError placeholder. Wire it once the Presto service account lands. All SQL strings in queries.py are already written against the live schema.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63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461772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APDP end-to-end run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4910328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APDP stack exists but has never been run end-to-end against FBB. Bring up apdp/docker-compose.yml, run the fixture generator, confirm FBB reads partner_settlements cleanly when PAYMENT_SOURCE=apdp.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53212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DDE1EA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5321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548640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audit module (candidate: duplicate payment)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91640" y="5779008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per-transaction payment data — not available in sample mode. Unlocks once APDP feeds real settlement events. Design pattern already proven by the four existing modules.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· LONG-TERM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028432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FBB Intelligence · Onboarding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658368"/>
            <a:ext cx="10085832" cy="36576"/>
          </a:xfrm>
          <a:prstGeom prst="rect">
            <a:avLst/>
          </a:prstGeom>
          <a:solidFill>
            <a:srgbClr val="E1E5EB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bigger vision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frame this as revenue assurance infrastructure — not AI accounting.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4884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"AI accounting software".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this as </a:t>
            </a:r>
            <a:pPr indent="0" marL="0">
              <a:buNone/>
            </a:pPr>
            <a:r>
              <a:rPr lang="en-US" sz="1400" b="1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revenue assurance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telecoms and adjacent partner-driven industries — operational infrastructure for financial integrity, not bookkeeping.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577840" cy="3108960"/>
          </a:xfrm>
          <a:prstGeom prst="roundRect">
            <a:avLst>
              <a:gd name="adj" fmla="val 2353"/>
            </a:avLst>
          </a:prstGeom>
          <a:solidFill>
            <a:srgbClr val="F7F9FC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PATHS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trade partner reconciliation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current MVP; template for adjacent domains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reconciliation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MoMo, agency banking, settlement flows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15 revenue automation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contract extraction → recognition rules → journal entries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distribution reconciliation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depot → distributor → retailer inventory + payment gaps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billing reconciliation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prepaid meter vend, disco settlement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settlement intelligence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cross-bank T+n reconciliation, dispute automation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29184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 intersection of three domains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43434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recognition, reconciliation logic, financial controls, IFRS, audit thinking, settlement reasoning.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Flink, CDC pipelines, streaming systems, data-quality monitoring, event-driven reconciliation.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 investigation workflows, structured extraction, anomaly detection, LLM-based discrepancy explanations, evaluation systems.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137160" cy="1097280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CONTRIBUTE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aboard.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ARCHITECTURE.md + CLAUDE.md today. Get the app running locally by Friday. For your first PR, pick a small item from PROGRESS.md — a doc fix, a test, or a small audit-module improvement. Ship it end-to-end so you touch every layer once.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2A3574"/>
          </a:solidFill>
          <a:ln w="12700">
            <a:solidFill>
              <a:srgbClr val="2A35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160520"/>
            <a:ext cx="274320" cy="36576"/>
          </a:xfrm>
          <a:prstGeom prst="rect">
            <a:avLst/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51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CB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ARCHITECTURE.md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onboarding + full design context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 rules, non-negotiable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PROGRESS.md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rolling "what's next"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docs/DEPLOY.md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Render deploy walkthrough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docs/GM_DEMO.md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how to demo to Finance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docs/AUDIT_INVENTORY_MISMATCH_DESIGN.md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template for a new audit module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5349240" cy="2560320"/>
          </a:xfrm>
          <a:prstGeom prst="roundRect">
            <a:avLst>
              <a:gd name="adj" fmla="val 2857"/>
            </a:avLst>
          </a:prstGeom>
          <a:solidFill>
            <a:srgbClr val="FFCB05"/>
          </a:solidFill>
          <a:ln w="12700">
            <a:solidFill>
              <a:srgbClr val="FFCB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251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4572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fbb-preview.onrender.com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51206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Nifesimi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58978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DM or the daily standup. Read the relevant doc first, then ask with a concrete question.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1672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MTN Nigeria — Enterprise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FBB Trade Partner Intelligence — Engineering Onboarding</dc:title>
  <dc:subject>PptxGenJS Presentation</dc:subject>
  <dc:creator>Nifesimi</dc:creator>
  <cp:lastModifiedBy>Nifesimi</cp:lastModifiedBy>
  <cp:revision>1</cp:revision>
  <dcterms:created xsi:type="dcterms:W3CDTF">2026-08-10T19:43:35Z</dcterms:created>
  <dcterms:modified xsi:type="dcterms:W3CDTF">2026-08-10T19:43:35Z</dcterms:modified>
</cp:coreProperties>
</file>